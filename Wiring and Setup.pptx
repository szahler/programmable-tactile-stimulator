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HBLc937/ixU1yDi50lgy0pcf8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OpenSans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-italic.fntdata"/><Relationship Id="rId14" Type="http://schemas.openxmlformats.org/officeDocument/2006/relationships/font" Target="fonts/OpenSans-bold.fntdata"/><Relationship Id="rId17" Type="http://customschemas.google.com/relationships/presentationmetadata" Target="metadata"/><Relationship Id="rId16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trinamic.com/products/drives/stepper-motors-details/qsh2818/" TargetMode="External"/><Relationship Id="rId4" Type="http://schemas.openxmlformats.org/officeDocument/2006/relationships/hyperlink" Target="https://www.trinamic.com/products/drives/stepper-motors-details/qsh2818/" TargetMode="External"/><Relationship Id="rId5" Type="http://schemas.openxmlformats.org/officeDocument/2006/relationships/hyperlink" Target="https://www.digikey.com/en/products/detail/trinamic-motion-control-gmbh/QSH2818-32-07-006/4843423" TargetMode="External"/><Relationship Id="rId6" Type="http://schemas.openxmlformats.org/officeDocument/2006/relationships/image" Target="../media/image6.jp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trinamic.com/support/eval-kits/details/silentstepstick/" TargetMode="External"/><Relationship Id="rId4" Type="http://schemas.openxmlformats.org/officeDocument/2006/relationships/hyperlink" Target="https://www.digikey.com/en/products/detail/trinamic-motion-control-gmbh/TMC2208-SILENTSTEPSTICK/6873626" TargetMode="External"/><Relationship Id="rId5" Type="http://schemas.openxmlformats.org/officeDocument/2006/relationships/image" Target="../media/image8.jpg"/><Relationship Id="rId6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Bar stimulus 2.0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Stepper motor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65627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Trinamic QSH2818-32-07-006</a:t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https://www.trinamic.com/products/drives/stepper-motors-details/qsh2818/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https://www.digikey.com/en/products/detail/trinamic-motion-control-gmbh/QSH2818-32-07-006/4843423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QSH2818-32-07-006" id="92" name="Google Shape;9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63850" y="4503736"/>
            <a:ext cx="1808164" cy="1808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00181" y="1027906"/>
            <a:ext cx="329565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Stepper motor</a:t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325" y="1828800"/>
            <a:ext cx="6005458" cy="29003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7500938" y="1690688"/>
            <a:ext cx="7954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k r 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Driver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703421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TMC2208 SilentStepStick</a:t>
            </a:r>
            <a:endParaRPr b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https://www.trinamic.com/support/eval-kits/details/silentstepstick/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https://www.digikey.com/en/products/detail/trinamic-motion-control-gmbh/TMC2208-SILENTSTEPSTICK/6873626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TMC2208 SilentStepStick_View 1"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188" y="3967163"/>
            <a:ext cx="22098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MC2208_SilientStepStick_View 2" id="108" name="Google Shape;10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28988" y="3967162"/>
            <a:ext cx="2344737" cy="2344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Driver</a:t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411286"/>
            <a:ext cx="10498094" cy="270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2344" y="3047999"/>
            <a:ext cx="493395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855706" y="4900938"/>
            <a:ext cx="47951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001C42"/>
                </a:solidFill>
                <a:latin typeface="Open Sans"/>
                <a:ea typeface="Open Sans"/>
                <a:cs typeface="Open Sans"/>
                <a:sym typeface="Open Sans"/>
              </a:rPr>
              <a:t>Motor power supply: 5.5-36V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Driver: setting the motor current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838200" y="1537607"/>
            <a:ext cx="525780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the motor current rating (0.68A phase current). The driver’s Irms output should not exceed this value.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arenR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Irms output of the driver can be measured the Vref point. For this driver, the relationship is Vref = (Irms * 2.5V) / 1.77A. Vref should therefore not exceed 0.96V, but a safer value would be 90% of this value (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0.86V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motor disconnected from the driver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measure the Vref value on the driver and adjust the pot until it reads the desired value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8145" y="1690688"/>
            <a:ext cx="5388565" cy="4209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 size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200 full steps 🡪 1.8 deg/step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3200 microsteps (@ 16 microsteps) 🡪 0.1125 deg/microstep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200 microsteps = 22.5 degrees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Wiring</a:t>
            </a:r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22440" l="0" r="0" t="26068"/>
          <a:stretch/>
        </p:blipFill>
        <p:spPr>
          <a:xfrm>
            <a:off x="373742" y="2569030"/>
            <a:ext cx="4578420" cy="27141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MC2208_SilientStepStick_View 2" id="136" name="Google Shape;1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8116999">
            <a:off x="6368012" y="2485166"/>
            <a:ext cx="2995469" cy="299546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 rot="-5400000">
            <a:off x="5116286" y="1894114"/>
            <a:ext cx="471716" cy="6277431"/>
          </a:xfrm>
          <a:prstGeom prst="leftBracket">
            <a:avLst>
              <a:gd fmla="val 8333" name="adj"/>
            </a:avLst>
          </a:prstGeom>
          <a:noFill/>
          <a:ln cap="flat" cmpd="sng" w="762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 rot="-5400000">
            <a:off x="5207005" y="2028374"/>
            <a:ext cx="711202" cy="6277431"/>
          </a:xfrm>
          <a:prstGeom prst="leftBracket">
            <a:avLst>
              <a:gd fmla="val 8333" name="adj"/>
            </a:avLst>
          </a:prstGeom>
          <a:noFill/>
          <a:ln cap="flat" cmpd="sng" w="762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 rot="-5400000">
            <a:off x="4725230" y="2730348"/>
            <a:ext cx="160793" cy="4393371"/>
          </a:xfrm>
          <a:prstGeom prst="leftBracket">
            <a:avLst>
              <a:gd fmla="val 8333" name="adj"/>
            </a:avLst>
          </a:prstGeom>
          <a:noFill/>
          <a:ln cap="flat" cmpd="sng" w="76200">
            <a:solidFill>
              <a:srgbClr val="00B0F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987539" y="907646"/>
            <a:ext cx="221823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C42"/>
                </a:solidFill>
                <a:latin typeface="Open Sans"/>
                <a:ea typeface="Open Sans"/>
                <a:cs typeface="Open Sans"/>
                <a:sym typeface="Open Sans"/>
              </a:rPr>
              <a:t>5.5-36V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C42"/>
                </a:solidFill>
                <a:latin typeface="Open Sans"/>
                <a:ea typeface="Open Sans"/>
                <a:cs typeface="Open Sans"/>
                <a:sym typeface="Open Sans"/>
              </a:rPr>
              <a:t>&gt;1.4A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1C42"/>
                </a:solidFill>
                <a:latin typeface="Open Sans"/>
                <a:ea typeface="Open Sans"/>
                <a:cs typeface="Open Sans"/>
                <a:sym typeface="Open Sans"/>
              </a:rPr>
              <a:t>(I use 9V, 2A supply)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7002312" y="1864809"/>
            <a:ext cx="0" cy="1325563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" name="Google Shape;142;p8"/>
          <p:cNvCxnSpPr/>
          <p:nvPr/>
        </p:nvCxnSpPr>
        <p:spPr>
          <a:xfrm>
            <a:off x="7227283" y="1864809"/>
            <a:ext cx="0" cy="1325562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8"/>
          <p:cNvSpPr/>
          <p:nvPr/>
        </p:nvSpPr>
        <p:spPr>
          <a:xfrm>
            <a:off x="1577552" y="2974844"/>
            <a:ext cx="7914791" cy="3170297"/>
          </a:xfrm>
          <a:custGeom>
            <a:rect b="b" l="l" r="r" t="t"/>
            <a:pathLst>
              <a:path extrusionOk="0" h="3170297" w="7914791">
                <a:moveTo>
                  <a:pt x="33533" y="2177728"/>
                </a:moveTo>
                <a:cubicBezTo>
                  <a:pt x="28695" y="2206756"/>
                  <a:pt x="25403" y="2236085"/>
                  <a:pt x="19019" y="2264813"/>
                </a:cubicBezTo>
                <a:cubicBezTo>
                  <a:pt x="15700" y="2279748"/>
                  <a:pt x="4505" y="2293057"/>
                  <a:pt x="4505" y="2308356"/>
                </a:cubicBezTo>
                <a:cubicBezTo>
                  <a:pt x="4505" y="2468087"/>
                  <a:pt x="-12307" y="2630699"/>
                  <a:pt x="19019" y="2787328"/>
                </a:cubicBezTo>
                <a:cubicBezTo>
                  <a:pt x="25020" y="2817333"/>
                  <a:pt x="76420" y="2808934"/>
                  <a:pt x="106105" y="2816356"/>
                </a:cubicBezTo>
                <a:cubicBezTo>
                  <a:pt x="225360" y="2846171"/>
                  <a:pt x="144273" y="2829341"/>
                  <a:pt x="352848" y="2845385"/>
                </a:cubicBezTo>
                <a:cubicBezTo>
                  <a:pt x="377038" y="2850223"/>
                  <a:pt x="400919" y="2857017"/>
                  <a:pt x="425419" y="2859899"/>
                </a:cubicBezTo>
                <a:cubicBezTo>
                  <a:pt x="614526" y="2882146"/>
                  <a:pt x="864889" y="2883257"/>
                  <a:pt x="1035019" y="2888928"/>
                </a:cubicBezTo>
                <a:cubicBezTo>
                  <a:pt x="1102752" y="2898604"/>
                  <a:pt x="1169909" y="2914053"/>
                  <a:pt x="1238219" y="2917956"/>
                </a:cubicBezTo>
                <a:cubicBezTo>
                  <a:pt x="2016754" y="2962444"/>
                  <a:pt x="1576636" y="2943957"/>
                  <a:pt x="2559019" y="2961499"/>
                </a:cubicBezTo>
                <a:lnTo>
                  <a:pt x="2747705" y="2976013"/>
                </a:lnTo>
                <a:cubicBezTo>
                  <a:pt x="3033450" y="3001990"/>
                  <a:pt x="2731271" y="2978724"/>
                  <a:pt x="2994448" y="3005042"/>
                </a:cubicBezTo>
                <a:cubicBezTo>
                  <a:pt x="3100795" y="3015677"/>
                  <a:pt x="3207050" y="3028143"/>
                  <a:pt x="3313762" y="3034071"/>
                </a:cubicBezTo>
                <a:lnTo>
                  <a:pt x="3865305" y="3063099"/>
                </a:lnTo>
                <a:cubicBezTo>
                  <a:pt x="3937876" y="3072775"/>
                  <a:pt x="4010125" y="3085294"/>
                  <a:pt x="4083019" y="3092128"/>
                </a:cubicBezTo>
                <a:cubicBezTo>
                  <a:pt x="4249218" y="3107709"/>
                  <a:pt x="4689540" y="3119162"/>
                  <a:pt x="4794219" y="3121156"/>
                </a:cubicBezTo>
                <a:lnTo>
                  <a:pt x="5853762" y="3135671"/>
                </a:lnTo>
                <a:cubicBezTo>
                  <a:pt x="6047047" y="3183992"/>
                  <a:pt x="5969743" y="3169007"/>
                  <a:pt x="6361762" y="3164699"/>
                </a:cubicBezTo>
                <a:cubicBezTo>
                  <a:pt x="6652191" y="3161508"/>
                  <a:pt x="7232619" y="3135671"/>
                  <a:pt x="7232619" y="3135671"/>
                </a:cubicBezTo>
                <a:cubicBezTo>
                  <a:pt x="7247133" y="3130833"/>
                  <a:pt x="7261160" y="3124156"/>
                  <a:pt x="7276162" y="3121156"/>
                </a:cubicBezTo>
                <a:cubicBezTo>
                  <a:pt x="7333877" y="3109613"/>
                  <a:pt x="7393740" y="3108298"/>
                  <a:pt x="7450333" y="3092128"/>
                </a:cubicBezTo>
                <a:cubicBezTo>
                  <a:pt x="7598684" y="3049741"/>
                  <a:pt x="7516886" y="3066604"/>
                  <a:pt x="7697076" y="3048585"/>
                </a:cubicBezTo>
                <a:cubicBezTo>
                  <a:pt x="7700872" y="3047636"/>
                  <a:pt x="7789209" y="3027129"/>
                  <a:pt x="7798676" y="3019556"/>
                </a:cubicBezTo>
                <a:cubicBezTo>
                  <a:pt x="7892462" y="2944527"/>
                  <a:pt x="7761804" y="2997979"/>
                  <a:pt x="7871248" y="2961499"/>
                </a:cubicBezTo>
                <a:cubicBezTo>
                  <a:pt x="7894948" y="2925948"/>
                  <a:pt x="7914791" y="2906759"/>
                  <a:pt x="7914791" y="2859899"/>
                </a:cubicBezTo>
                <a:cubicBezTo>
                  <a:pt x="7914791" y="2467983"/>
                  <a:pt x="7909181" y="2076056"/>
                  <a:pt x="7900276" y="1684242"/>
                </a:cubicBezTo>
                <a:cubicBezTo>
                  <a:pt x="7899955" y="1670131"/>
                  <a:pt x="7879721" y="1535489"/>
                  <a:pt x="7871248" y="1510071"/>
                </a:cubicBezTo>
                <a:cubicBezTo>
                  <a:pt x="7864406" y="1489544"/>
                  <a:pt x="7851895" y="1471366"/>
                  <a:pt x="7842219" y="1452013"/>
                </a:cubicBezTo>
                <a:cubicBezTo>
                  <a:pt x="7832543" y="1403632"/>
                  <a:pt x="7824285" y="1354946"/>
                  <a:pt x="7813191" y="1306871"/>
                </a:cubicBezTo>
                <a:cubicBezTo>
                  <a:pt x="7809751" y="1291963"/>
                  <a:pt x="7801002" y="1278450"/>
                  <a:pt x="7798676" y="1263328"/>
                </a:cubicBezTo>
                <a:cubicBezTo>
                  <a:pt x="7791283" y="1215271"/>
                  <a:pt x="7800778" y="1163880"/>
                  <a:pt x="7784162" y="1118185"/>
                </a:cubicBezTo>
                <a:cubicBezTo>
                  <a:pt x="7778934" y="1103807"/>
                  <a:pt x="7755133" y="1108509"/>
                  <a:pt x="7740619" y="1103671"/>
                </a:cubicBezTo>
                <a:cubicBezTo>
                  <a:pt x="7735781" y="1084318"/>
                  <a:pt x="7731585" y="1064794"/>
                  <a:pt x="7726105" y="1045613"/>
                </a:cubicBezTo>
                <a:cubicBezTo>
                  <a:pt x="7721902" y="1030903"/>
                  <a:pt x="7713917" y="1017192"/>
                  <a:pt x="7711591" y="1002071"/>
                </a:cubicBezTo>
                <a:cubicBezTo>
                  <a:pt x="7704197" y="954014"/>
                  <a:pt x="7703107" y="905175"/>
                  <a:pt x="7697076" y="856928"/>
                </a:cubicBezTo>
                <a:cubicBezTo>
                  <a:pt x="7665134" y="601397"/>
                  <a:pt x="7699290" y="899232"/>
                  <a:pt x="7668048" y="711785"/>
                </a:cubicBezTo>
                <a:cubicBezTo>
                  <a:pt x="7661635" y="673310"/>
                  <a:pt x="7659946" y="634146"/>
                  <a:pt x="7653533" y="595671"/>
                </a:cubicBezTo>
                <a:cubicBezTo>
                  <a:pt x="7650253" y="575994"/>
                  <a:pt x="7642298" y="557290"/>
                  <a:pt x="7639019" y="537613"/>
                </a:cubicBezTo>
                <a:cubicBezTo>
                  <a:pt x="7632607" y="499138"/>
                  <a:pt x="7630436" y="460051"/>
                  <a:pt x="7624505" y="421499"/>
                </a:cubicBezTo>
                <a:cubicBezTo>
                  <a:pt x="7620754" y="397116"/>
                  <a:pt x="7614047" y="373262"/>
                  <a:pt x="7609991" y="348928"/>
                </a:cubicBezTo>
                <a:cubicBezTo>
                  <a:pt x="7604367" y="315183"/>
                  <a:pt x="7601596" y="280987"/>
                  <a:pt x="7595476" y="247328"/>
                </a:cubicBezTo>
                <a:cubicBezTo>
                  <a:pt x="7591908" y="227702"/>
                  <a:pt x="7584874" y="208832"/>
                  <a:pt x="7580962" y="189271"/>
                </a:cubicBezTo>
                <a:cubicBezTo>
                  <a:pt x="7575191" y="160413"/>
                  <a:pt x="7573586" y="130735"/>
                  <a:pt x="7566448" y="102185"/>
                </a:cubicBezTo>
                <a:cubicBezTo>
                  <a:pt x="7559027" y="72500"/>
                  <a:pt x="7567980" y="16627"/>
                  <a:pt x="7537419" y="15099"/>
                </a:cubicBezTo>
                <a:lnTo>
                  <a:pt x="7247133" y="585"/>
                </a:lnTo>
                <a:cubicBezTo>
                  <a:pt x="7218105" y="5423"/>
                  <a:pt x="7174340" y="-10626"/>
                  <a:pt x="7160048" y="15099"/>
                </a:cubicBezTo>
                <a:cubicBezTo>
                  <a:pt x="7129513" y="70062"/>
                  <a:pt x="7180642" y="124149"/>
                  <a:pt x="7189076" y="174756"/>
                </a:cubicBezTo>
                <a:cubicBezTo>
                  <a:pt x="7191462" y="189073"/>
                  <a:pt x="7189076" y="203785"/>
                  <a:pt x="7189076" y="218299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2046517" y="2107976"/>
            <a:ext cx="6458854" cy="1070654"/>
          </a:xfrm>
          <a:custGeom>
            <a:rect b="b" l="l" r="r" t="t"/>
            <a:pathLst>
              <a:path extrusionOk="0" h="943429" w="6887009">
                <a:moveTo>
                  <a:pt x="21752" y="319315"/>
                </a:moveTo>
                <a:cubicBezTo>
                  <a:pt x="-657" y="207264"/>
                  <a:pt x="-13178" y="177481"/>
                  <a:pt x="21752" y="29029"/>
                </a:cubicBezTo>
                <a:cubicBezTo>
                  <a:pt x="25747" y="12049"/>
                  <a:pt x="50781" y="9676"/>
                  <a:pt x="65295" y="0"/>
                </a:cubicBezTo>
                <a:cubicBezTo>
                  <a:pt x="617487" y="46018"/>
                  <a:pt x="232500" y="18061"/>
                  <a:pt x="1400609" y="29029"/>
                </a:cubicBezTo>
                <a:lnTo>
                  <a:pt x="3331009" y="43543"/>
                </a:lnTo>
                <a:cubicBezTo>
                  <a:pt x="4122150" y="85181"/>
                  <a:pt x="3212401" y="41166"/>
                  <a:pt x="4971123" y="72572"/>
                </a:cubicBezTo>
                <a:cubicBezTo>
                  <a:pt x="5461604" y="81331"/>
                  <a:pt x="5044874" y="83119"/>
                  <a:pt x="5377523" y="101600"/>
                </a:cubicBezTo>
                <a:cubicBezTo>
                  <a:pt x="5503213" y="108583"/>
                  <a:pt x="5629089" y="111701"/>
                  <a:pt x="5754895" y="116115"/>
                </a:cubicBezTo>
                <a:lnTo>
                  <a:pt x="6872495" y="145143"/>
                </a:lnTo>
                <a:cubicBezTo>
                  <a:pt x="6877333" y="169334"/>
                  <a:pt x="6887009" y="193045"/>
                  <a:pt x="6887009" y="217715"/>
                </a:cubicBezTo>
                <a:cubicBezTo>
                  <a:pt x="6887009" y="270438"/>
                  <a:pt x="6869030" y="351154"/>
                  <a:pt x="6857981" y="406400"/>
                </a:cubicBezTo>
                <a:cubicBezTo>
                  <a:pt x="6877072" y="769137"/>
                  <a:pt x="6872495" y="590121"/>
                  <a:pt x="6872495" y="943429"/>
                </a:cubicBezTo>
              </a:path>
            </a:pathLst>
          </a:cu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2021-05-03T19:56:38Z</dcterms:created>
  <dc:creator>David Taylor</dc:creator>
</cp:coreProperties>
</file>